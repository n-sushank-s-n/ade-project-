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Montserrat Black"/>
      <p:regular r:id="rId16"/>
    </p:embeddedFont>
    <p:embeddedFont>
      <p:font typeface="Montserrat Black"/>
      <p:regular r:id="rId17"/>
    </p:embeddedFont>
    <p:embeddedFont>
      <p:font typeface="Inconsolata"/>
      <p:regular r:id="rId18"/>
    </p:embeddedFont>
    <p:embeddedFont>
      <p:font typeface="Inconsolata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5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00595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Personal Data Expiry Pipeline: Dynamic Data Management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36709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Course: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Advanced Data Engineering (J-Component)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98514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Faculty: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Prof. Siva Kumar V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60320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Team Members: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Koushik J (22MID0235), Siva sharan U (22MID0345), Sushank S N (22MID0348)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1362" y="549831"/>
            <a:ext cx="7854077" cy="1151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Problem: Indefinite Data Retention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131362" y="1926193"/>
            <a:ext cx="7854077" cy="1326118"/>
          </a:xfrm>
          <a:prstGeom prst="roundRect">
            <a:avLst>
              <a:gd name="adj" fmla="val 8274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4130" dir="2700000">
              <a:srgbClr val="151617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108502" y="1926193"/>
            <a:ext cx="91440" cy="1326118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6" name="Text 3"/>
          <p:cNvSpPr/>
          <p:nvPr/>
        </p:nvSpPr>
        <p:spPr>
          <a:xfrm>
            <a:off x="6406991" y="2133243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Stale Influence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6991" y="2510909"/>
            <a:ext cx="7371398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User activities stored indefinitely cause outdated data to heavily influence system behavior, leading to inaccurate predictions.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31362" y="3401973"/>
            <a:ext cx="7854077" cy="1326118"/>
          </a:xfrm>
          <a:prstGeom prst="roundRect">
            <a:avLst>
              <a:gd name="adj" fmla="val 8274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4130" dir="2700000">
              <a:srgbClr val="151617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08502" y="3401973"/>
            <a:ext cx="91440" cy="1326118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10" name="Text 7"/>
          <p:cNvSpPr/>
          <p:nvPr/>
        </p:nvSpPr>
        <p:spPr>
          <a:xfrm>
            <a:off x="6406991" y="3609023"/>
            <a:ext cx="2696289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Degraded Experience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6991" y="3986689"/>
            <a:ext cx="7371398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Incorrect recommendations and irrelevant notifications frustrate users, reducing engagement and satisfaction.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131362" y="4877753"/>
            <a:ext cx="7854077" cy="1326118"/>
          </a:xfrm>
          <a:prstGeom prst="roundRect">
            <a:avLst>
              <a:gd name="adj" fmla="val 8274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4130" dir="2700000">
              <a:srgbClr val="151617">
                <a:alpha val="10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08502" y="4877753"/>
            <a:ext cx="91440" cy="1326118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14" name="Text 11"/>
          <p:cNvSpPr/>
          <p:nvPr/>
        </p:nvSpPr>
        <p:spPr>
          <a:xfrm>
            <a:off x="6406991" y="5084802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Privacy Concerns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6991" y="5462468"/>
            <a:ext cx="7371398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Keeping personal data forever raises significant privacy and security risks for both users and organizations.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131362" y="6353532"/>
            <a:ext cx="7854077" cy="1326118"/>
          </a:xfrm>
          <a:prstGeom prst="roundRect">
            <a:avLst>
              <a:gd name="adj" fmla="val 8274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4130" dir="2700000">
              <a:srgbClr val="151617">
                <a:alpha val="10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08502" y="6353532"/>
            <a:ext cx="91440" cy="1326118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6991" y="6560582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Rigid Systems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406991" y="6938248"/>
            <a:ext cx="7371398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Fixed data deletion periods fail because they do not align with real, dynamic user behavior patterns.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7981"/>
            <a:ext cx="107720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Abstract: Dynamic Data Expiry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92072"/>
            <a:ext cx="8284131" cy="46942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541151"/>
            <a:ext cx="420516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Our system revolutionizes personal data management by introducing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dynamic expiry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 It tracks real-time behavior signals and applies advanced time-decay logic to ensure data relevance.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38943" y="4922639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 is dynamically adapted based on continuous user interactions, rather than static rules. This creates a truly adaptive data management system that evolves with user preferences.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639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Core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08798"/>
            <a:ext cx="4196358" cy="2955250"/>
          </a:xfrm>
          <a:prstGeom prst="roundRect">
            <a:avLst>
              <a:gd name="adj" fmla="val 30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9210" dir="2700000">
              <a:srgbClr val="151617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28224" y="204323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5161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2230279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2950488"/>
            <a:ext cx="33389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Dynamic Expiry Logic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44090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Assign expiry logic based on behavioral relevance rather than fixed time periods.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1808798"/>
            <a:ext cx="4196358" cy="2955250"/>
          </a:xfrm>
          <a:prstGeom prst="roundRect">
            <a:avLst>
              <a:gd name="adj" fmla="val 30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9210" dir="2700000">
              <a:srgbClr val="151617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51396" y="204323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5161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2230279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2950488"/>
            <a:ext cx="30831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Behavioral Tracking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344090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Update user preferences actively from recent interactions and behaviors.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1808798"/>
            <a:ext cx="4196358" cy="2955250"/>
          </a:xfrm>
          <a:prstGeom prst="roundRect">
            <a:avLst>
              <a:gd name="adj" fmla="val 30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9210" dir="2700000">
              <a:srgbClr val="151617">
                <a:alpha val="10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874568" y="204323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5161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2230279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2950488"/>
            <a:ext cx="36356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Time-Decay Algorithms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344090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Reduce the influence of old data unless reinforced by new behavior patterns.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4990862"/>
            <a:ext cx="6407944" cy="2592348"/>
          </a:xfrm>
          <a:prstGeom prst="roundRect">
            <a:avLst>
              <a:gd name="adj" fmla="val 353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9210" dir="2700000">
              <a:srgbClr val="151617">
                <a:alpha val="10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28224" y="52252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5161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5390" y="5412343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8224" y="6132552"/>
            <a:ext cx="30632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Tiered Data Storage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28224" y="6622971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Organize data intelligently into Hot, Warm, Cold, and Delete layers based on relevance.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428548" y="4990862"/>
            <a:ext cx="6407944" cy="2592348"/>
          </a:xfrm>
          <a:prstGeom prst="roundRect">
            <a:avLst>
              <a:gd name="adj" fmla="val 353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9210" dir="2700000">
              <a:srgbClr val="151617">
                <a:alpha val="10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662982" y="52252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5161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50148" y="5412343"/>
            <a:ext cx="306110" cy="3061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62982" y="6132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Query Filtering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7662982" y="6622971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Exclude expired data to maintain pinpoint accuracy in recommendations and queries.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51855"/>
            <a:ext cx="6740128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System Architecture Flow</a:t>
            </a:r>
            <a:endParaRPr lang="en-US" sz="3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351" y="1472803"/>
            <a:ext cx="956905" cy="11482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30705" y="1664137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Collection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830705" y="2059900"/>
            <a:ext cx="12087225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Captures searches, watches, clicks, and purchases via user activity logs.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351" y="2621042"/>
            <a:ext cx="956905" cy="114823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30705" y="2812375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ETL Pipeline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830705" y="3208139"/>
            <a:ext cx="12087225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Extracts, cleans, transforms, and loads behavioral data for processing.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51" y="3769281"/>
            <a:ext cx="956905" cy="114823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30705" y="3960614"/>
            <a:ext cx="3453765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Relevance &amp; Decay Engine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830705" y="4356378"/>
            <a:ext cx="12087225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Analyses behaviors using time-decay algorithms to sideline old data.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51" y="4917519"/>
            <a:ext cx="956905" cy="114823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30705" y="5108853"/>
            <a:ext cx="2994065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Reinforcement Tracker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830705" y="5504617"/>
            <a:ext cx="12087225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Identifies and reinforces repeated user behaviors to keep relevant data alive.</a:t>
            </a:r>
            <a:endParaRPr lang="en-US" sz="15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351" y="6065758"/>
            <a:ext cx="956905" cy="114823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830705" y="6257092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Query Engine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830705" y="6652855"/>
            <a:ext cx="12087225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Filters out expired traits and routes relevant data to consumer applications.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712351" y="7395567"/>
            <a:ext cx="1320557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Consumer applications include Streaming platforms, Job Portals, and E-Commerce systems.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1340" y="326946"/>
            <a:ext cx="6527721" cy="71198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80172" y="7537133"/>
            <a:ext cx="2923937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2004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Innovative Solution: Behavior-Based Expiry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663190"/>
            <a:ext cx="21945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141238"/>
            <a:ext cx="3048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Behavioral Relevance Tracking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985986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Continuously assesses data importance based on shifting user patterns and preferences.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2663190"/>
            <a:ext cx="2194560" cy="2194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5141238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Automatic Data Degradation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25278" y="5985986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Gradually reduces the influence of older data using mathematical time-decay functions.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2663190"/>
            <a:ext cx="2194560" cy="21945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5141238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Reinforcement-Based Survival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6884" y="5985986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Retains data only if tied to repeated, ongoing user behaviors and interactions.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2663190"/>
            <a:ext cx="2194560" cy="21945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5141238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Tiered Storage Efficiency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88491" y="5985986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Moves data through Hot, Warm, and Cold layers based on its freshness score.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2659"/>
            <a:ext cx="112947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Literature Survey &amp; The Missing Link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48414"/>
            <a:ext cx="530994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Current Research Landscape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200519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Recent studies focus heavily on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Time-Decay Collaborative Filtering (2024)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Temporal Latent Sequential Networks (2021)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30397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Existing models excel at capturing time-based preference changes and temporal patterns in user behavior.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83016"/>
            <a:ext cx="29819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Behavioral Gap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664160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Most methods rely purely on time weighting. They severely lack the behavioral reinforcement mechanisms required to accurately model complex user patterns over time.</a:t>
            </a:r>
            <a:endParaRPr lang="en-US" sz="17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096" y="3255169"/>
            <a:ext cx="4885015" cy="27680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744" y="524232"/>
            <a:ext cx="7829312" cy="1173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Conclusion &amp; Project Outcomes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143744" y="1931432"/>
            <a:ext cx="7829312" cy="1326833"/>
          </a:xfrm>
          <a:prstGeom prst="roundRect">
            <a:avLst>
              <a:gd name="adj" fmla="val 68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4130" dir="2700000">
              <a:srgbClr val="151617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339126" y="2126813"/>
            <a:ext cx="2523768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Enhanced Accuracy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339126" y="2513528"/>
            <a:ext cx="7438549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Focusing strictly on relevant, recent data drastically improves the precision of recommendations and predictions.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143744" y="3413760"/>
            <a:ext cx="7829312" cy="1326833"/>
          </a:xfrm>
          <a:prstGeom prst="roundRect">
            <a:avLst>
              <a:gd name="adj" fmla="val 68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4130" dir="2700000">
              <a:srgbClr val="15161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39126" y="3609142"/>
            <a:ext cx="294965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Better User Experience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339126" y="3995857"/>
            <a:ext cx="7438549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Highly accurate recommendations lead to increased engagement and satisfaction in consumer applications.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143744" y="4896088"/>
            <a:ext cx="7829312" cy="1326833"/>
          </a:xfrm>
          <a:prstGeom prst="roundRect">
            <a:avLst>
              <a:gd name="adj" fmla="val 68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4130" dir="2700000">
              <a:srgbClr val="151617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39126" y="5091470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Efficiency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339126" y="5478185"/>
            <a:ext cx="7438549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Automatic expiry significantly reduces server storage needs and cuts operational costs.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143744" y="6378416"/>
            <a:ext cx="7829312" cy="1326833"/>
          </a:xfrm>
          <a:prstGeom prst="roundRect">
            <a:avLst>
              <a:gd name="adj" fmla="val 68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4130" dir="2700000">
              <a:srgbClr val="151617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39126" y="6573798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Upgraded Privacy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339126" y="6960513"/>
            <a:ext cx="7438549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Limiting data retention inherently protects user privacy and supports smarter, safer data management practices.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2026-04-19T10:58:06Z</dcterms:created>
  <dcterms:modified xsi:type="dcterms:W3CDTF">2026-04-19T10:58:06Z</dcterms:modified>
</cp:coreProperties>
</file>